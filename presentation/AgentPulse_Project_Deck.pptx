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Adapters: LangGraph, CrewAI, LangChain. Explicit wrappers, not monkey-patching.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Cheap model first, expensive model only when unsure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200400"/>
          </a:xfrm>
          <a:prstGeom prst="rect">
            <a:avLst/>
          </a:prstGeom>
          <a:solidFill>
            <a:srgbClr val="F4F6F9"/>
          </a:solidFill>
          <a:ln w="9525">
            <a:solidFill>
              <a:srgbClr val="D8DCE3"/>
            </a:solidFill>
            <a:prstDash val="solid"/>
          </a:ln>
        </p:spPr>
      </p:sp>
      <p:sp>
        <p:nvSpPr>
          <p:cNvPr id="8" name="Text 6"/>
          <p:cNvSpPr/>
          <p:nvPr/>
        </p:nvSpPr>
        <p:spPr>
          <a:xfrm>
            <a:off x="859536" y="1746504"/>
            <a:ext cx="10469880" cy="29077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1 -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cosine &gt; 0.85  --&gt;  accept as grounded, stop</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  otherwise escalate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2 - DeBERTa-v3-small cross-encoder NLI             ~188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p:txBody>
      </p:sp>
      <p:sp>
        <p:nvSpPr>
          <p:cNvPr id="9" name="Text 7"/>
          <p:cNvSpPr/>
          <p:nvPr/>
        </p:nvSpPr>
        <p:spPr>
          <a:xfrm>
            <a:off x="658368" y="5029200"/>
            <a:ext cx="10872216" cy="10972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Both models run on local CPU through ONNX Runtime, with a PyTorch fallback. No prompt text leaves the host.</a:t>
            </a:r>
            <a:endParaRPr lang="en-US" sz="1350" dirty="0"/>
          </a:p>
          <a:p>
            <a:pPr marL="342900" indent="-342900">
              <a:lnSpc>
                <a:spcPct val="132000"/>
              </a:lnSpc>
              <a:spcAft>
                <a:spcPts val="800"/>
              </a:spcAft>
              <a:buSzPct val="100000"/>
              <a:buChar char="•"/>
            </a:pPr>
            <a:r>
              <a:rPr lang="en-US" sz="1350" dirty="0">
                <a:solidFill>
                  <a:srgbClr val="14171F"/>
                </a:solidFill>
              </a:rPr>
              <a:t>Thresholds picked on a 21-case dev split, applied unchanged to a 30-case held-out test split.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(database reachable)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docker compose builds the API and dashboard only - it defines no worker service, so a Compose deployment stores spans without evaluating them.</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OBSERVED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the running system produces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4754880" cy="914400"/>
        </p:xfrm>
        <a:graphic>
          <a:graphicData uri="http://schemas.openxmlformats.org/drawingml/2006/table">
            <a:tbl>
              <a:tblPr/>
              <a:tblGrid>
                <a:gridCol w="2743200"/>
                <a:gridCol w="201168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Measure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Spans ingested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20,771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Traces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20,623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Evaluations written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1,328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Alerts raised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Agents tracked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51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3291840"/>
                <a:gridCol w="256032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209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 latency (live)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p50 253 ms, p95 497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Frontend unit tests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none configured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731520"/>
          </a:xfrm>
          <a:prstGeom prst="rect">
            <a:avLst/>
          </a:prstGeom>
          <a:solidFill>
            <a:srgbClr val="FFF8EE"/>
          </a:solidFill>
          <a:ln w="9525">
            <a:solidFill>
              <a:srgbClr val="E8D5B5"/>
            </a:solidFill>
            <a:prstDash val="solid"/>
          </a:ln>
        </p:spPr>
      </p:sp>
      <p:sp>
        <p:nvSpPr>
          <p:cNvPr id="10" name="Text 6"/>
          <p:cNvSpPr/>
          <p:nvPr/>
        </p:nvSpPr>
        <p:spPr>
          <a:xfrm>
            <a:off x="877824" y="4983480"/>
            <a:ext cx="10433304" cy="548640"/>
          </a:xfrm>
          <a:prstGeom prst="rect">
            <a:avLst/>
          </a:prstGeom>
          <a:noFill/>
          <a:ln/>
        </p:spPr>
        <p:txBody>
          <a:bodyPr wrap="square" rtlCol="0" anchor="ctr"/>
          <a:lstStyle/>
          <a:p>
            <a:pPr indent="0" marL="0">
              <a:buNone/>
            </a:pPr>
            <a:r>
              <a:rPr lang="en-US" sz="1250" i="1" dirty="0">
                <a:solidFill>
                  <a:srgbClr val="8A4B00"/>
                </a:solidFill>
              </a:rPr>
              <a:t>Evaluation covers 1,328 of 20,771 stored spans, about 6 percent. Most predate the current worker or were load-test fill.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Short-lived agents never produce a sustained value; the current window does not survive a restart.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Populate result_count on the ingest path so the tool-claim signal can fire, and make the simulator scenario exercise it.</a:t>
            </a:r>
            <a:endParaRPr lang="en-US" sz="1500" dirty="0"/>
          </a:p>
          <a:p>
            <a:pPr marL="342900" indent="-342900">
              <a:lnSpc>
                <a:spcPct val="132000"/>
              </a:lnSpc>
              <a:spcAft>
                <a:spcPts val="800"/>
              </a:spcAft>
              <a:buSzPct val="100000"/>
              <a:buChar char="•"/>
            </a:pPr>
            <a:r>
              <a:rPr lang="en-US" sz="1500" dirty="0">
                <a:solidFill>
                  <a:srgbClr val="14171F"/>
                </a:solidFill>
              </a:rPr>
              <a:t>Persist the current drift window so sustained detection survives a restart.</a:t>
            </a:r>
            <a:endParaRPr lang="en-US" sz="1500" dirty="0"/>
          </a:p>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Add a frontend test framework; the console currently rests on type checking and manual verification.</a:t>
            </a:r>
            <a:endParaRPr lang="en-US" sz="1500" dirty="0"/>
          </a:p>
          <a:p>
            <a:pPr marL="342900" indent="-342900">
              <a:lnSpc>
                <a:spcPct val="132000"/>
              </a:lnSpc>
              <a:spcAft>
                <a:spcPts val="800"/>
              </a:spcAft>
              <a:buSzPct val="100000"/>
              <a:buChar char="•"/>
            </a:pPr>
            <a:r>
              <a:rPr lang="en-US" sz="1500" dirty="0">
                <a:solidFill>
                  <a:srgbClr val="14171F"/>
                </a:solidFill>
              </a:rPr>
              <a:t>Backfill evaluations for stored spans to lift coverage above six percent.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2026-09-10T10:00:02Z</dcterms:created>
  <dcterms:modified xsi:type="dcterms:W3CDTF">2026-09-10T10:00:02Z</dcterms:modified>
</cp:coreProperties>
</file>