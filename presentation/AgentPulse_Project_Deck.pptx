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977640"/>
          </a:xfrm>
          <a:prstGeom prst="rect">
            <a:avLst/>
          </a:prstGeom>
          <a:solidFill>
            <a:srgbClr val="F4F6F9"/>
          </a:solidFill>
          <a:ln w="9525">
            <a:solidFill>
              <a:srgbClr val="D8DCE3"/>
            </a:solidFill>
            <a:prstDash val="solid"/>
          </a:ln>
        </p:spPr>
      </p:sp>
      <p:sp>
        <p:nvSpPr>
          <p:cNvPr id="8" name="Text 6"/>
          <p:cNvSpPr/>
          <p:nvPr/>
        </p:nvSpPr>
        <p:spPr>
          <a:xfrm>
            <a:off x="859536" y="1746504"/>
            <a:ext cx="10469880" cy="368503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Agent pipeline  (LangGraph / CrewAI / LangChain / plain Python)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SDK: buffers spans, flushes in batches, fails open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FastAPI ingest API      |  POST /v1/ingest -&gt; 202 Accepted</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loads no ML models      |  validate, dedupe, persist, enqueue</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evaluation_jobs (SQLite)       | REST + WebSocket</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 worker       |     |  React dashboard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MiniLM + DeBERTa (ONNX) |     |  polls every 10 s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leases, retries, scores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SQLite (WAL) - 11 tables</a:t>
            </a:r>
            <a:endParaRPr lang="en-US" sz="1100" dirty="0"/>
          </a:p>
        </p:txBody>
      </p:sp>
      <p:sp>
        <p:nvSpPr>
          <p:cNvPr id="9" name="Shape 7"/>
          <p:cNvSpPr/>
          <p:nvPr/>
        </p:nvSpPr>
        <p:spPr>
          <a:xfrm>
            <a:off x="658368" y="5760720"/>
            <a:ext cx="10872216" cy="658368"/>
          </a:xfrm>
          <a:prstGeom prst="rect">
            <a:avLst/>
          </a:prstGeom>
          <a:solidFill>
            <a:srgbClr val="FFF8EE"/>
          </a:solidFill>
          <a:ln w="9525">
            <a:solidFill>
              <a:srgbClr val="E8D5B5"/>
            </a:solidFill>
            <a:prstDash val="solid"/>
          </a:ln>
        </p:spPr>
      </p:sp>
      <p:sp>
        <p:nvSpPr>
          <p:cNvPr id="10" name="Text 8"/>
          <p:cNvSpPr/>
          <p:nvPr/>
        </p:nvSpPr>
        <p:spPr>
          <a:xfrm>
            <a:off x="877824" y="58521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Nine views: overview, agents, traces with a span waterfall, incidents, drift, replay, experiments, datasets, telemetry lab.</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226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Grounding misreads rounded numbers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a:t>
            </a:r>
            <a:endParaRPr lang="en-US" sz="1500" dirty="0"/>
          </a:p>
          <a:p>
            <a:pPr marL="342900" indent="-342900">
              <a:lnSpc>
                <a:spcPct val="132000"/>
              </a:lnSpc>
              <a:spcAft>
                <a:spcPts val="800"/>
              </a:spcAft>
              <a:buSzPct val="100000"/>
              <a:buChar char="•"/>
            </a:pPr>
            <a:r>
              <a:rPr lang="en-US" sz="1500" dirty="0">
                <a:solidFill>
                  <a:srgbClr val="14171F"/>
                </a:solidFill>
              </a:rPr>
              <a:t>Settle whether the crash-recovery test failure on Windows is a harness problem or a real WAL recovery gap.</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2026-09-15T11:35:48Z</dcterms:created>
  <dcterms:modified xsi:type="dcterms:W3CDTF">2026-09-15T11:35:48Z</dcterms:modified>
</cp:coreProperties>
</file>